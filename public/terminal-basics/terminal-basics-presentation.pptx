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889"/>
    <p:restoredTop sz="94610"/>
  </p:normalViewPr>
  <p:slideViewPr>
    <p:cSldViewPr snapToGrid="0" snapToObjects="1">
      <p:cViewPr varScale="1">
        <p:scale>
          <a:sx n="224" d="100"/>
          <a:sy n="224" d="100"/>
        </p:scale>
        <p:origin x="64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9282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17</Words>
  <Application>Microsoft Macintosh PowerPoint</Application>
  <PresentationFormat>Widescreen</PresentationFormat>
  <Paragraphs>17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Terminal Basics</dc:title>
  <dc:subject>PptxGenJS Presentation</dc:subject>
  <dc:creator>Created by Marp</dc:creator>
  <cp:lastModifiedBy>Michael Schapira</cp:lastModifiedBy>
  <cp:revision>2</cp:revision>
  <dcterms:created xsi:type="dcterms:W3CDTF">2026-01-30T14:04:08Z</dcterms:created>
  <dcterms:modified xsi:type="dcterms:W3CDTF">2026-01-30T18:42:59Z</dcterms:modified>
</cp:coreProperties>
</file>